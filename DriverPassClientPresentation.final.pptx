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104" d="100"/>
          <a:sy n="104" d="100"/>
        </p:scale>
        <p:origin x="46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I am presenting the proposed DriverPass system design. The goal is to help students prepare for DMV driving tests by combining online learning and practice tests with scheduled, in-person driving lessons. The design is based on the requirements gathered from the client interview and documented in Project One.</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requirements describe what the system must do and how it should operate. Customers can manage their training and lessons online, while staff can support customers and maintain schedules. The system is web-based so it can be reached from a computer or mobile device. Security, accurate records, and backups are important because the system contains personal information and appointment details.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diagram provides a high-level view of the system from the users’ perspective. It shows that the same system supports students and employees, but that not everyone has the same permissions. This helps DriverPass serve customers while keeping business and account-management functions limited to authorized staff.</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activity diagram explains the scheduling process from beginning to end. The system checks availability before saving the appointment so that DriverPass can reduce conflicting reservations and match each lesson with an available driver and vehicle. The customer receives confirmation after the appointment is recorded.</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is important because the system contains personal details and business records. Customers, drivers, the secretary, the owner, and IT staff have different responsibilities, so their access should be limited to what they need. Secure connections, password controls, activity records, and backups help protect information and support recovery if a problem occurs.</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design meets the client’s core needs, but there are boundaries to the initial release. Customers need internet access to make changes, and training availability depends on the package they selected. DriverPass can disable an existing package, but more flexible package creation is outside the current scope. The system can receive DMV updates only when an appropriate source is available.</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t>Austin Taylor</a:t>
            </a: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a:defRPr sz="1700"/>
            </a:pPr>
            <a:r>
              <a:rPr>
                <a:latin typeface="Aptos"/>
              </a:rPr>
              <a:t>Functional requirements</a:t>
            </a:r>
          </a:p>
          <a:p>
            <a:pPr>
              <a:defRPr sz="1700"/>
            </a:pPr>
            <a:r>
              <a:rPr>
                <a:latin typeface="Aptos"/>
              </a:rPr>
              <a:t>• Create customer accounts and choose a training package</a:t>
            </a:r>
          </a:p>
          <a:p>
            <a:pPr>
              <a:defRPr sz="1700"/>
            </a:pPr>
            <a:r>
              <a:rPr>
                <a:latin typeface="Aptos"/>
              </a:rPr>
              <a:t>• Schedule, change, and cancel two-hour lessons</a:t>
            </a:r>
          </a:p>
          <a:p>
            <a:pPr>
              <a:defRPr sz="1700"/>
            </a:pPr>
            <a:r>
              <a:rPr>
                <a:latin typeface="Aptos"/>
              </a:rPr>
              <a:t>• Provide online classes and practice tests when included</a:t>
            </a:r>
          </a:p>
          <a:p>
            <a:pPr>
              <a:defRPr sz="1700"/>
            </a:pPr>
            <a:r>
              <a:rPr>
                <a:latin typeface="Aptos"/>
              </a:rPr>
              <a:t>• Record scores, lesson notes, and appointment changes</a:t>
            </a:r>
          </a:p>
          <a:p>
            <a:pPr>
              <a:defRPr sz="1700"/>
            </a:pPr>
            <a:endParaRPr>
              <a:latin typeface="Aptos"/>
            </a:endParaRPr>
          </a:p>
          <a:p>
            <a:pPr>
              <a:defRPr sz="1700"/>
            </a:pPr>
            <a:r>
              <a:rPr>
                <a:latin typeface="Aptos"/>
              </a:rPr>
              <a:t>Nonfunctional requirements</a:t>
            </a:r>
          </a:p>
          <a:p>
            <a:pPr>
              <a:defRPr sz="1700"/>
            </a:pPr>
            <a:r>
              <a:rPr>
                <a:latin typeface="Aptos"/>
              </a:rPr>
              <a:t>• Web access from computers and mobile devices</a:t>
            </a:r>
          </a:p>
          <a:p>
            <a:pPr>
              <a:defRPr sz="1700"/>
            </a:pPr>
            <a:r>
              <a:rPr>
                <a:latin typeface="Aptos"/>
              </a:rPr>
              <a:t>• Role-based access and protected customer information</a:t>
            </a:r>
          </a:p>
          <a:p>
            <a:pPr>
              <a:defRPr sz="1700"/>
            </a:pPr>
            <a:r>
              <a:rPr>
                <a:latin typeface="Aptos"/>
              </a:rPr>
              <a:t>• Accurate, current appointment records</a:t>
            </a:r>
          </a:p>
          <a:p>
            <a:pPr>
              <a:defRPr sz="1700"/>
            </a:pPr>
            <a:r>
              <a:rPr>
                <a:latin typeface="Aptos"/>
              </a:rPr>
              <a:t>• Cloud hosting, backups, and secure connections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r>
              <a:t>This diagram shows the DriverPass features available to each role. Customers/students can create accounts, choose packages, manage lessons, use online classes, take practice tests, view scores, reset passwords, and contact DriverPass. The secretary can help enter customer information, schedule appointments, and contact customers. Drivers record lesson times and comments. The owner reviews reservation activity and reports. The IT officer manages accounts and access, while the DMV system provides rule, policy, and sample-question updates.</a:t>
            </a:r>
          </a:p>
        </p:txBody>
      </p:sp>
      <p:pic>
        <p:nvPicPr>
          <p:cNvPr id="14" name="Picture 13" descr="use_case.png"/>
          <p:cNvPicPr>
            <a:picLocks noChangeAspect="1"/>
          </p:cNvPicPr>
          <p:nvPr/>
        </p:nvPicPr>
        <p:blipFill>
          <a:blip r:embed="rId4"/>
          <a:stretch>
            <a:fillRect/>
          </a:stretch>
        </p:blipFill>
        <p:spPr>
          <a:xfrm>
            <a:off x="5486400" y="1325880"/>
            <a:ext cx="5943600" cy="4389120"/>
          </a:xfrm>
          <a:prstGeom prst="rect">
            <a:avLst/>
          </a:prstGeom>
        </p:spPr>
      </p:pic>
      <p:pic>
        <p:nvPicPr>
          <p:cNvPr id="15" name="Picture 14" descr="module6_usecase.png"/>
          <p:cNvPicPr>
            <a:picLocks noChangeAspect="1"/>
          </p:cNvPicPr>
          <p:nvPr/>
        </p:nvPicPr>
        <p:blipFill>
          <a:blip r:embed="rId5"/>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a:defRPr sz="1500"/>
            </a:pPr>
            <a:r>
              <a:rPr>
                <a:latin typeface="Aptos"/>
              </a:rPr>
              <a:t>Scheduling a driving lesson</a:t>
            </a:r>
          </a:p>
          <a:p>
            <a:pPr>
              <a:defRPr sz="1500"/>
            </a:pPr>
            <a:r>
              <a:rPr>
                <a:latin typeface="Aptos"/>
              </a:rPr>
              <a:t>1. Customer signs in and requests a two-hour lesson.</a:t>
            </a:r>
          </a:p>
          <a:p>
            <a:pPr>
              <a:defRPr sz="1500"/>
            </a:pPr>
            <a:r>
              <a:rPr>
                <a:latin typeface="Aptos"/>
              </a:rPr>
              <a:t>2. System checks available times, drivers, and vehicles.</a:t>
            </a:r>
          </a:p>
          <a:p>
            <a:pPr>
              <a:defRPr sz="1500"/>
            </a:pPr>
            <a:r>
              <a:rPr>
                <a:latin typeface="Aptos"/>
              </a:rPr>
              <a:t>3. Customer selects an available time.</a:t>
            </a:r>
          </a:p>
          <a:p>
            <a:pPr>
              <a:defRPr sz="1500"/>
            </a:pPr>
            <a:r>
              <a:rPr>
                <a:latin typeface="Aptos"/>
              </a:rPr>
              <a:t>4. System saves the appointment and displays confirmation.</a:t>
            </a:r>
          </a:p>
          <a:p>
            <a:pPr>
              <a:defRPr sz="1500"/>
            </a:pPr>
            <a:endParaRPr>
              <a:latin typeface="Aptos"/>
            </a:endParaRPr>
          </a:p>
          <a:p>
            <a:pPr>
              <a:defRPr sz="1500"/>
            </a:pPr>
            <a:r>
              <a:rPr>
                <a:latin typeface="Aptos"/>
              </a:rPr>
              <a:t>If no slot is available, the customer must choose another time.</a:t>
            </a:r>
          </a:p>
        </p:txBody>
      </p:sp>
      <p:pic>
        <p:nvPicPr>
          <p:cNvPr id="14" name="Picture 13" descr="activity_schedule.png"/>
          <p:cNvPicPr>
            <a:picLocks noChangeAspect="1"/>
          </p:cNvPicPr>
          <p:nvPr/>
        </p:nvPicPr>
        <p:blipFill>
          <a:blip r:embed="rId5"/>
          <a:stretch>
            <a:fillRect/>
          </a:stretch>
        </p:blipFill>
        <p:spPr>
          <a:xfrm>
            <a:off x="5486400" y="1325880"/>
            <a:ext cx="5943600" cy="438912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a:defRPr sz="1700"/>
            </a:pPr>
            <a:r>
              <a:rPr>
                <a:latin typeface="Aptos"/>
              </a:rPr>
              <a:t>• Individual sign-in and role-based permissions</a:t>
            </a:r>
          </a:p>
          <a:p>
            <a:pPr>
              <a:defRPr sz="1700"/>
            </a:pPr>
            <a:r>
              <a:rPr>
                <a:latin typeface="Aptos"/>
              </a:rPr>
              <a:t>• Secure password reset and account blocking by IT</a:t>
            </a:r>
          </a:p>
          <a:p>
            <a:pPr>
              <a:defRPr sz="1700"/>
            </a:pPr>
            <a:r>
              <a:rPr>
                <a:latin typeface="Aptos"/>
              </a:rPr>
              <a:t>• Encrypted connections between users and the service</a:t>
            </a:r>
          </a:p>
          <a:p>
            <a:pPr>
              <a:defRPr sz="1700"/>
            </a:pPr>
            <a:r>
              <a:rPr>
                <a:latin typeface="Aptos"/>
              </a:rPr>
              <a:t>• Activity history for appointment changes</a:t>
            </a:r>
          </a:p>
          <a:p>
            <a:pPr>
              <a:defRPr sz="1700"/>
            </a:pPr>
            <a:r>
              <a:rPr>
                <a:latin typeface="Aptos"/>
              </a:rPr>
              <a:t>• Cloud backups and recovery procedures</a:t>
            </a:r>
          </a:p>
          <a:p>
            <a:pPr>
              <a:defRPr sz="1700"/>
            </a:pPr>
            <a:r>
              <a:rPr>
                <a:latin typeface="Aptos"/>
              </a:rPr>
              <a:t>• Limit exposure of payment-card information</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a:defRPr sz="1700"/>
            </a:pPr>
            <a:r>
              <a:rPr>
                <a:latin typeface="Aptos"/>
              </a:rPr>
              <a:t>• Users need internet access to change system data.</a:t>
            </a:r>
          </a:p>
          <a:p>
            <a:pPr>
              <a:defRPr sz="1700"/>
            </a:pPr>
            <a:r>
              <a:rPr>
                <a:latin typeface="Aptos"/>
              </a:rPr>
              <a:t>• Online training and tests depend on the selected package.</a:t>
            </a:r>
          </a:p>
          <a:p>
            <a:pPr>
              <a:defRPr sz="1700"/>
            </a:pPr>
            <a:r>
              <a:rPr>
                <a:latin typeface="Aptos"/>
              </a:rPr>
              <a:t>• The first release supports the three packages identified by DriverPass.</a:t>
            </a:r>
          </a:p>
          <a:p>
            <a:pPr>
              <a:defRPr sz="1700"/>
            </a:pPr>
            <a:r>
              <a:rPr>
                <a:latin typeface="Aptos"/>
              </a:rPr>
              <a:t>• Creating new packages or changing training modules is planned for a future release.</a:t>
            </a:r>
          </a:p>
          <a:p>
            <a:pPr>
              <a:defRPr sz="1700"/>
            </a:pPr>
            <a:r>
              <a:rPr>
                <a:latin typeface="Aptos"/>
              </a:rPr>
              <a:t>• DMV updates depend on an available, supported information source.</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1342</TotalTime>
  <Words>695</Words>
  <Application>Microsoft Office PowerPoint</Application>
  <PresentationFormat>Widescreen</PresentationFormat>
  <Paragraphs>49</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Austin Taylor</cp:lastModifiedBy>
  <cp:revision>20</cp:revision>
  <dcterms:created xsi:type="dcterms:W3CDTF">2019-10-14T02:36:52Z</dcterms:created>
  <dcterms:modified xsi:type="dcterms:W3CDTF">2026-10-18T15:59:15Z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